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7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1CD48-7E09-4F18-A0E3-6943D116D326}" type="datetimeFigureOut">
              <a:rPr lang="it-IT" smtClean="0"/>
              <a:t>05/03/2023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15DF1-FA57-4497-BCDF-D8C2A3973262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A15DF1-FA57-4497-BCDF-D8C2A3973262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05/03/2023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>
                <a:solidFill>
                  <a:srgbClr val="33CCCC"/>
                </a:solidFill>
              </a:rPr>
              <a:t>Vector2f</a:t>
            </a:r>
            <a:r>
              <a:rPr lang="it-IT" b="1" dirty="0" smtClean="0"/>
              <a:t> = </a:t>
            </a:r>
            <a:r>
              <a:rPr lang="it-IT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Mathelp.</a:t>
            </a:r>
            <a:r>
              <a:rPr lang="it-IT" b="1" dirty="0" err="1" smtClean="0">
                <a:solidFill>
                  <a:srgbClr val="FF0000"/>
                </a:solidFill>
              </a:rPr>
              <a:t>Normalize</a:t>
            </a:r>
            <a:r>
              <a:rPr lang="it-IT" b="1" dirty="0" smtClean="0"/>
              <a:t>(</a:t>
            </a:r>
            <a:r>
              <a:rPr lang="it-IT" b="1" dirty="0" smtClean="0">
                <a:solidFill>
                  <a:srgbClr val="33CCCC"/>
                </a:solidFill>
              </a:rPr>
              <a:t>Vector2i </a:t>
            </a:r>
            <a:r>
              <a:rPr lang="it-IT" b="1" dirty="0" smtClean="0">
                <a:solidFill>
                  <a:srgbClr val="00B0F0"/>
                </a:solidFill>
              </a:rPr>
              <a:t>p</a:t>
            </a:r>
            <a:r>
              <a:rPr lang="it-IT" b="1" dirty="0" smtClean="0"/>
              <a:t>, </a:t>
            </a:r>
            <a:r>
              <a:rPr lang="it-IT" b="1" dirty="0" smtClean="0">
                <a:solidFill>
                  <a:srgbClr val="33CCCC"/>
                </a:solidFill>
              </a:rPr>
              <a:t>Rectangle4i </a:t>
            </a:r>
            <a:r>
              <a:rPr lang="it-IT" b="1" dirty="0" err="1" smtClean="0">
                <a:solidFill>
                  <a:srgbClr val="00B0F0"/>
                </a:solidFill>
              </a:rPr>
              <a:t>rect</a:t>
            </a:r>
            <a:r>
              <a:rPr lang="it-IT" b="1" dirty="0" smtClean="0"/>
              <a:t>)</a:t>
            </a:r>
            <a:endParaRPr lang="it-IT" b="1" dirty="0"/>
          </a:p>
        </p:txBody>
      </p:sp>
      <p:cxnSp>
        <p:nvCxnSpPr>
          <p:cNvPr id="6" name="Connettore 2 5"/>
          <p:cNvCxnSpPr/>
          <p:nvPr/>
        </p:nvCxnSpPr>
        <p:spPr>
          <a:xfrm rot="5400000" flipH="1" flipV="1">
            <a:off x="-250065" y="1678769"/>
            <a:ext cx="192882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/>
          <p:cNvCxnSpPr/>
          <p:nvPr/>
        </p:nvCxnSpPr>
        <p:spPr>
          <a:xfrm>
            <a:off x="714348" y="2643182"/>
            <a:ext cx="264320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9"/>
          <p:cNvSpPr/>
          <p:nvPr/>
        </p:nvSpPr>
        <p:spPr>
          <a:xfrm>
            <a:off x="1142976" y="1000108"/>
            <a:ext cx="2143140" cy="128588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/>
          <p:cNvSpPr txBox="1"/>
          <p:nvPr/>
        </p:nvSpPr>
        <p:spPr>
          <a:xfrm>
            <a:off x="3428992" y="2500306"/>
            <a:ext cx="35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x</a:t>
            </a:r>
            <a:endParaRPr lang="it-IT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357158" y="571480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x</a:t>
            </a:r>
            <a:endParaRPr lang="it-IT" dirty="0"/>
          </a:p>
        </p:txBody>
      </p:sp>
      <p:sp>
        <p:nvSpPr>
          <p:cNvPr id="15" name="Ovale 14"/>
          <p:cNvSpPr/>
          <p:nvPr/>
        </p:nvSpPr>
        <p:spPr>
          <a:xfrm>
            <a:off x="1285852" y="2071678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/>
          <p:cNvSpPr txBox="1"/>
          <p:nvPr/>
        </p:nvSpPr>
        <p:spPr>
          <a:xfrm>
            <a:off x="1357290" y="1857364"/>
            <a:ext cx="500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 smtClean="0"/>
              <a:t>20,20</a:t>
            </a:r>
            <a:endParaRPr lang="it-IT" sz="1050" dirty="0"/>
          </a:p>
        </p:txBody>
      </p:sp>
      <p:sp>
        <p:nvSpPr>
          <p:cNvPr id="17" name="CasellaDiTesto 16"/>
          <p:cNvSpPr txBox="1"/>
          <p:nvPr/>
        </p:nvSpPr>
        <p:spPr>
          <a:xfrm>
            <a:off x="4071934" y="928670"/>
            <a:ext cx="48577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Rectangle</a:t>
            </a:r>
            <a:r>
              <a:rPr lang="it-IT" dirty="0" smtClean="0"/>
              <a:t> = (10,10,800,600)</a:t>
            </a:r>
          </a:p>
          <a:p>
            <a:r>
              <a:rPr lang="it-IT" dirty="0" smtClean="0"/>
              <a:t>Vector2i = 20,20</a:t>
            </a:r>
          </a:p>
          <a:p>
            <a:r>
              <a:rPr lang="it-IT" dirty="0" smtClean="0"/>
              <a:t>Vector2f.x = (</a:t>
            </a:r>
            <a:r>
              <a:rPr lang="it-IT" dirty="0" err="1" smtClean="0"/>
              <a:t>px-rect.x</a:t>
            </a:r>
            <a:r>
              <a:rPr lang="it-IT" dirty="0" smtClean="0"/>
              <a:t>)/</a:t>
            </a:r>
            <a:r>
              <a:rPr lang="it-IT" dirty="0" err="1" smtClean="0"/>
              <a:t>rect.width</a:t>
            </a:r>
            <a:endParaRPr lang="it-IT" dirty="0" smtClean="0"/>
          </a:p>
          <a:p>
            <a:r>
              <a:rPr lang="it-IT" dirty="0" smtClean="0"/>
              <a:t>Vector2f.y </a:t>
            </a:r>
            <a:r>
              <a:rPr lang="it-IT" dirty="0" smtClean="0"/>
              <a:t>= (</a:t>
            </a:r>
            <a:r>
              <a:rPr lang="it-IT" dirty="0" err="1" smtClean="0"/>
              <a:t>py-rect.y</a:t>
            </a:r>
            <a:r>
              <a:rPr lang="it-IT" dirty="0" smtClean="0"/>
              <a:t>)/</a:t>
            </a:r>
            <a:r>
              <a:rPr lang="it-IT" dirty="0" err="1" smtClean="0"/>
              <a:t>rect.height</a:t>
            </a:r>
            <a:endParaRPr lang="it-IT" dirty="0" smtClean="0"/>
          </a:p>
          <a:p>
            <a:endParaRPr lang="it-IT" dirty="0"/>
          </a:p>
        </p:txBody>
      </p:sp>
      <p:cxnSp>
        <p:nvCxnSpPr>
          <p:cNvPr id="25" name="Connettore 2 24"/>
          <p:cNvCxnSpPr>
            <a:stCxn id="27" idx="2"/>
          </p:cNvCxnSpPr>
          <p:nvPr/>
        </p:nvCxnSpPr>
        <p:spPr>
          <a:xfrm rot="5400000" flipH="1" flipV="1">
            <a:off x="1179489" y="4749809"/>
            <a:ext cx="221457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/>
          <p:cNvCxnSpPr>
            <a:stCxn id="27" idx="1"/>
            <a:endCxn id="27" idx="3"/>
          </p:cNvCxnSpPr>
          <p:nvPr/>
        </p:nvCxnSpPr>
        <p:spPr>
          <a:xfrm rot="10800000" flipH="1">
            <a:off x="714348" y="4750603"/>
            <a:ext cx="314327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/>
          <p:cNvSpPr/>
          <p:nvPr/>
        </p:nvSpPr>
        <p:spPr>
          <a:xfrm>
            <a:off x="714348" y="3643314"/>
            <a:ext cx="3143272" cy="221457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/>
          <p:cNvSpPr/>
          <p:nvPr/>
        </p:nvSpPr>
        <p:spPr>
          <a:xfrm>
            <a:off x="1214414" y="407194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CasellaDiTesto 28"/>
          <p:cNvSpPr txBox="1"/>
          <p:nvPr/>
        </p:nvSpPr>
        <p:spPr>
          <a:xfrm>
            <a:off x="1285852" y="4000504"/>
            <a:ext cx="5000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50" dirty="0" smtClean="0"/>
              <a:t>20,20</a:t>
            </a:r>
            <a:endParaRPr lang="it-IT" sz="1050" dirty="0"/>
          </a:p>
        </p:txBody>
      </p:sp>
      <p:sp>
        <p:nvSpPr>
          <p:cNvPr id="43" name="CasellaDiTesto 42"/>
          <p:cNvSpPr txBox="1"/>
          <p:nvPr/>
        </p:nvSpPr>
        <p:spPr>
          <a:xfrm>
            <a:off x="3214678" y="4572008"/>
            <a:ext cx="35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x</a:t>
            </a:r>
            <a:endParaRPr lang="it-IT" dirty="0"/>
          </a:p>
        </p:txBody>
      </p:sp>
      <p:sp>
        <p:nvSpPr>
          <p:cNvPr id="44" name="CasellaDiTesto 43"/>
          <p:cNvSpPr txBox="1"/>
          <p:nvPr/>
        </p:nvSpPr>
        <p:spPr>
          <a:xfrm>
            <a:off x="2143108" y="3786190"/>
            <a:ext cx="35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y</a:t>
            </a:r>
            <a:endParaRPr lang="it-IT" dirty="0"/>
          </a:p>
        </p:txBody>
      </p:sp>
      <p:cxnSp>
        <p:nvCxnSpPr>
          <p:cNvPr id="45" name="Connettore 2 44"/>
          <p:cNvCxnSpPr/>
          <p:nvPr/>
        </p:nvCxnSpPr>
        <p:spPr>
          <a:xfrm>
            <a:off x="3857620" y="3643314"/>
            <a:ext cx="285752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/>
          <p:cNvCxnSpPr/>
          <p:nvPr/>
        </p:nvCxnSpPr>
        <p:spPr>
          <a:xfrm rot="5400000">
            <a:off x="607191" y="5965049"/>
            <a:ext cx="214314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sellaDiTesto 50"/>
          <p:cNvSpPr txBox="1"/>
          <p:nvPr/>
        </p:nvSpPr>
        <p:spPr>
          <a:xfrm>
            <a:off x="4071934" y="3500438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width</a:t>
            </a:r>
            <a:endParaRPr lang="it-IT" dirty="0"/>
          </a:p>
        </p:txBody>
      </p:sp>
      <p:sp>
        <p:nvSpPr>
          <p:cNvPr id="52" name="CasellaDiTesto 51"/>
          <p:cNvSpPr txBox="1"/>
          <p:nvPr/>
        </p:nvSpPr>
        <p:spPr>
          <a:xfrm>
            <a:off x="571472" y="5929330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height</a:t>
            </a:r>
            <a:endParaRPr lang="it-IT" dirty="0"/>
          </a:p>
        </p:txBody>
      </p:sp>
      <p:sp>
        <p:nvSpPr>
          <p:cNvPr id="53" name="CasellaDiTesto 52"/>
          <p:cNvSpPr txBox="1"/>
          <p:nvPr/>
        </p:nvSpPr>
        <p:spPr>
          <a:xfrm>
            <a:off x="0" y="2857496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>
                <a:solidFill>
                  <a:srgbClr val="33CCCC"/>
                </a:solidFill>
              </a:rPr>
              <a:t>Vector2f</a:t>
            </a:r>
            <a:r>
              <a:rPr lang="it-IT" b="1" dirty="0" smtClean="0"/>
              <a:t> = </a:t>
            </a:r>
            <a:r>
              <a:rPr lang="it-IT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Mathelp.</a:t>
            </a:r>
            <a:r>
              <a:rPr lang="it-IT" b="1" dirty="0" err="1" smtClean="0">
                <a:solidFill>
                  <a:srgbClr val="FF0000"/>
                </a:solidFill>
              </a:rPr>
              <a:t>ScreenToViewport</a:t>
            </a:r>
            <a:r>
              <a:rPr lang="it-IT" b="1" dirty="0" smtClean="0"/>
              <a:t>(</a:t>
            </a:r>
            <a:r>
              <a:rPr lang="it-IT" b="1" dirty="0" smtClean="0">
                <a:solidFill>
                  <a:srgbClr val="33CCCC"/>
                </a:solidFill>
              </a:rPr>
              <a:t>Vector2i </a:t>
            </a:r>
            <a:r>
              <a:rPr lang="it-IT" b="1" dirty="0" smtClean="0">
                <a:solidFill>
                  <a:srgbClr val="00B0F0"/>
                </a:solidFill>
              </a:rPr>
              <a:t>p</a:t>
            </a:r>
            <a:r>
              <a:rPr lang="it-IT" b="1" dirty="0" smtClean="0"/>
              <a:t>, </a:t>
            </a:r>
            <a:r>
              <a:rPr lang="it-IT" b="1" dirty="0" smtClean="0">
                <a:solidFill>
                  <a:srgbClr val="33CCCC"/>
                </a:solidFill>
              </a:rPr>
              <a:t>Vector2i </a:t>
            </a:r>
            <a:r>
              <a:rPr lang="it-IT" b="1" dirty="0" err="1" smtClean="0">
                <a:solidFill>
                  <a:srgbClr val="00B0F0"/>
                </a:solidFill>
              </a:rPr>
              <a:t>size</a:t>
            </a:r>
            <a:r>
              <a:rPr lang="it-IT" b="1" dirty="0" smtClean="0"/>
              <a:t>)</a:t>
            </a:r>
            <a:endParaRPr lang="it-IT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45</Words>
  <Application>Microsoft Office PowerPoint</Application>
  <PresentationFormat>Presentazione su schermo (4:3)</PresentationFormat>
  <Paragraphs>15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2" baseType="lpstr">
      <vt:lpstr>Tema di Office</vt:lpstr>
      <vt:lpstr>Diapositiva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John</dc:creator>
  <cp:lastModifiedBy>John While</cp:lastModifiedBy>
  <cp:revision>5</cp:revision>
  <dcterms:created xsi:type="dcterms:W3CDTF">2023-03-05T20:56:04Z</dcterms:created>
  <dcterms:modified xsi:type="dcterms:W3CDTF">2023-03-05T21:26:48Z</dcterms:modified>
</cp:coreProperties>
</file>